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Georgia Pro Light" charset="1" panose="02040302050405020303"/>
      <p:regular r:id="rId16"/>
    </p:embeddedFont>
    <p:embeddedFont>
      <p:font typeface="DM Sans" charset="1" panose="00000000000000000000"/>
      <p:regular r:id="rId17"/>
    </p:embeddedFont>
    <p:embeddedFont>
      <p:font typeface="DM Sans Bold" charset="1" panose="000000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8991600" cy="10287000"/>
            <a:chOff x="0" y="0"/>
            <a:chExt cx="1035548" cy="118473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5548" cy="1184737"/>
            </a:xfrm>
            <a:custGeom>
              <a:avLst/>
              <a:gdLst/>
              <a:ahLst/>
              <a:cxnLst/>
              <a:rect r="r" b="b" t="t" l="l"/>
              <a:pathLst>
                <a:path h="1184737" w="1035548">
                  <a:moveTo>
                    <a:pt x="0" y="0"/>
                  </a:moveTo>
                  <a:lnTo>
                    <a:pt x="1035548" y="0"/>
                  </a:lnTo>
                  <a:lnTo>
                    <a:pt x="1035548" y="1184737"/>
                  </a:lnTo>
                  <a:lnTo>
                    <a:pt x="0" y="1184737"/>
                  </a:lnTo>
                  <a:close/>
                </a:path>
              </a:pathLst>
            </a:custGeom>
            <a:blipFill>
              <a:blip r:embed="rId2"/>
              <a:stretch>
                <a:fillRect l="0" t="-597" r="0" b="-59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744200" y="666750"/>
            <a:ext cx="6877050" cy="585009"/>
            <a:chOff x="0" y="0"/>
            <a:chExt cx="9169400" cy="780012"/>
          </a:xfrm>
        </p:grpSpPr>
        <p:sp>
          <p:nvSpPr>
            <p:cNvPr name="Freeform 5" id="5"/>
            <p:cNvSpPr/>
            <p:nvPr/>
          </p:nvSpPr>
          <p:spPr>
            <a:xfrm flipH="true" flipV="false" rot="-5400000">
              <a:off x="36553" y="74861"/>
              <a:ext cx="555143" cy="628248"/>
            </a:xfrm>
            <a:custGeom>
              <a:avLst/>
              <a:gdLst/>
              <a:ahLst/>
              <a:cxnLst/>
              <a:rect r="r" b="b" t="t" l="l"/>
              <a:pathLst>
                <a:path h="628248" w="555143">
                  <a:moveTo>
                    <a:pt x="555143" y="0"/>
                  </a:moveTo>
                  <a:lnTo>
                    <a:pt x="0" y="0"/>
                  </a:lnTo>
                  <a:lnTo>
                    <a:pt x="0" y="628248"/>
                  </a:lnTo>
                  <a:lnTo>
                    <a:pt x="555143" y="628248"/>
                  </a:lnTo>
                  <a:lnTo>
                    <a:pt x="555143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 rot="0">
              <a:off x="795304" y="95250"/>
              <a:ext cx="8374096" cy="684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555"/>
                </a:lnSpc>
              </a:pPr>
              <a:r>
                <a:rPr lang="en-US" sz="3864" spc="-77">
                  <a:solidFill>
                    <a:srgbClr val="C5CAE9"/>
                  </a:solidFill>
                  <a:latin typeface="Georgia Pro Light"/>
                  <a:ea typeface="Georgia Pro Light"/>
                  <a:cs typeface="Georgia Pro Light"/>
                  <a:sym typeface="Georgia Pro Light"/>
                </a:rPr>
                <a:t>ADH Enterprises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734675" y="1562100"/>
            <a:ext cx="6886575" cy="3613858"/>
            <a:chOff x="0" y="0"/>
            <a:chExt cx="9182100" cy="4818478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80975"/>
              <a:ext cx="9182100" cy="3590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125"/>
                </a:lnSpc>
              </a:pPr>
              <a:r>
                <a:rPr lang="en-US" sz="10125">
                  <a:solidFill>
                    <a:srgbClr val="FFFFFF"/>
                  </a:solidFill>
                  <a:latin typeface="Georgia Pro Light"/>
                  <a:ea typeface="Georgia Pro Light"/>
                  <a:cs typeface="Georgia Pro Light"/>
                  <a:sym typeface="Georgia Pro Light"/>
                </a:rPr>
                <a:t>Internship Presentation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4022823"/>
              <a:ext cx="9172670" cy="7956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39"/>
                </a:lnSpc>
              </a:pPr>
              <a:r>
                <a:rPr lang="en-US" sz="3599">
                  <a:solidFill>
                    <a:srgbClr val="C5CAE9"/>
                  </a:solidFill>
                  <a:latin typeface="DM Sans"/>
                  <a:ea typeface="DM Sans"/>
                  <a:cs typeface="DM Sans"/>
                  <a:sym typeface="DM Sans"/>
                </a:rPr>
                <a:t>ADH ID Generation Software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744200" y="8740903"/>
            <a:ext cx="5743575" cy="1279322"/>
            <a:chOff x="0" y="0"/>
            <a:chExt cx="7658100" cy="1705763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691344"/>
              <a:ext cx="7658100" cy="10144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8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Mohd Hunain Zafar</a:t>
              </a:r>
            </a:p>
            <a:p>
              <a:pPr algn="l" marL="0" indent="0" lvl="0">
                <a:lnSpc>
                  <a:spcPts val="308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25SCS1003005431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-47625"/>
              <a:ext cx="76581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PRESENTED BY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05" r="0" b="-205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6750" y="666750"/>
            <a:ext cx="8324850" cy="3747081"/>
            <a:chOff x="0" y="0"/>
            <a:chExt cx="11099800" cy="4996108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66675"/>
              <a:ext cx="11099800" cy="30405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</a:pPr>
              <a:r>
                <a:rPr lang="en-US" sz="8000">
                  <a:solidFill>
                    <a:srgbClr val="FFFFFF"/>
                  </a:solidFill>
                  <a:latin typeface="Georgia Pro Light"/>
                  <a:ea typeface="Georgia Pro Light"/>
                  <a:cs typeface="Georgia Pro Light"/>
                  <a:sym typeface="Georgia Pro Light"/>
                </a:rPr>
                <a:t>Internship Overview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3533703"/>
              <a:ext cx="11099800" cy="14624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During my internship at </a:t>
              </a:r>
              <a:r>
                <a:rPr lang="en-US" b="true" sz="2100">
                  <a:solidFill>
                    <a:srgbClr val="E8EAF6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ADH Enterprises</a:t>
              </a: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, I worked on developing the ID Generation Software over a period of three months, focusing on enhancing efficiency in ID management processes.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0067925" cy="4985193"/>
            <a:chOff x="0" y="0"/>
            <a:chExt cx="13423900" cy="6646924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4727575"/>
              <a:ext cx="10522714" cy="19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Manual ID-card management often leads to </a:t>
              </a:r>
              <a:r>
                <a:rPr lang="en-US" b="true" sz="2099">
                  <a:solidFill>
                    <a:srgbClr val="E8EAF6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significant errors</a:t>
              </a:r>
              <a:r>
                <a:rPr lang="en-US" sz="2099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 and delays, emphasizing the need for a structured workflow that enhances efficiency, accuracy, and overall user experience in ID generation.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66675"/>
              <a:ext cx="13423900" cy="30405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800"/>
                </a:lnSpc>
                <a:spcBef>
                  <a:spcPct val="0"/>
                </a:spcBef>
              </a:pPr>
              <a:r>
                <a:rPr lang="en-US" sz="8000">
                  <a:solidFill>
                    <a:srgbClr val="FFFFFF"/>
                  </a:solidFill>
                  <a:latin typeface="Georgia Pro Light"/>
                  <a:ea typeface="Georgia Pro Light"/>
                  <a:cs typeface="Georgia Pro Light"/>
                  <a:sym typeface="Georgia Pro Light"/>
                </a:rPr>
                <a:t>Challenges in Manual ID Management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22395" y="3533775"/>
              <a:ext cx="1340150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sz="2600">
                  <a:solidFill>
                    <a:srgbClr val="C5CAE9"/>
                  </a:solidFill>
                  <a:latin typeface="DM Sans"/>
                  <a:ea typeface="DM Sans"/>
                  <a:cs typeface="DM Sans"/>
                  <a:sym typeface="DM Sans"/>
                </a:rPr>
                <a:t>UNDERSTANDING INEFFICIENCIES AND WORKFLOW ISSUES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6824544" y="8838298"/>
            <a:ext cx="796706" cy="781952"/>
            <a:chOff x="0" y="0"/>
            <a:chExt cx="685800" cy="673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85800" cy="668020"/>
            </a:xfrm>
            <a:custGeom>
              <a:avLst/>
              <a:gdLst/>
              <a:ahLst/>
              <a:cxnLst/>
              <a:rect r="r" b="b" t="t" l="l"/>
              <a:pathLst>
                <a:path h="668020" w="685800">
                  <a:moveTo>
                    <a:pt x="342900" y="0"/>
                  </a:moveTo>
                  <a:lnTo>
                    <a:pt x="434340" y="162560"/>
                  </a:lnTo>
                  <a:lnTo>
                    <a:pt x="618490" y="132080"/>
                  </a:lnTo>
                  <a:lnTo>
                    <a:pt x="547370" y="304800"/>
                  </a:lnTo>
                  <a:lnTo>
                    <a:pt x="685800" y="430530"/>
                  </a:lnTo>
                  <a:lnTo>
                    <a:pt x="506730" y="482600"/>
                  </a:lnTo>
                  <a:lnTo>
                    <a:pt x="495300" y="668020"/>
                  </a:lnTo>
                  <a:lnTo>
                    <a:pt x="342900" y="561340"/>
                  </a:lnTo>
                  <a:lnTo>
                    <a:pt x="190500" y="668020"/>
                  </a:lnTo>
                  <a:lnTo>
                    <a:pt x="179070" y="482600"/>
                  </a:lnTo>
                  <a:lnTo>
                    <a:pt x="0" y="430530"/>
                  </a:lnTo>
                  <a:lnTo>
                    <a:pt x="138430" y="304800"/>
                  </a:lnTo>
                  <a:lnTo>
                    <a:pt x="67310" y="132080"/>
                  </a:lnTo>
                  <a:lnTo>
                    <a:pt x="251460" y="162560"/>
                  </a:lnTo>
                  <a:close/>
                </a:path>
              </a:pathLst>
            </a:custGeom>
            <a:solidFill>
              <a:srgbClr val="C5CAE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39700" y="117475"/>
              <a:ext cx="406400" cy="4413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0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283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733425"/>
            <a:ext cx="15821025" cy="2263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Project Objectives: Streamlining ID Generation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4248150"/>
            <a:ext cx="4314825" cy="3484909"/>
            <a:chOff x="0" y="0"/>
            <a:chExt cx="5753100" cy="4646545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755775"/>
              <a:ext cx="5753100" cy="28907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The project aims to create a structured ID generation system that enhances efficiency and accuracy, reducing time spent on manual processes and minimizing errors.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47625"/>
              <a:ext cx="5753100" cy="1178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ORGANIZED ID GENERATION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419850" y="4248150"/>
            <a:ext cx="4314825" cy="2663426"/>
            <a:chOff x="0" y="0"/>
            <a:chExt cx="5753100" cy="3551235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146175"/>
              <a:ext cx="5753100" cy="24050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A clear and intuitive interface will simplify user interaction, allowing for seamless navigation and quick access to features essential for ID card management.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47625"/>
              <a:ext cx="57531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USER-FRIENDLY INTERFACE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172950" y="4248150"/>
            <a:ext cx="4314825" cy="3027709"/>
            <a:chOff x="0" y="0"/>
            <a:chExt cx="5753100" cy="4036945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146175"/>
              <a:ext cx="5753100" cy="28907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39"/>
                </a:lnSpc>
              </a:pPr>
              <a:r>
                <a:rPr lang="en-US" sz="2099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The design includes provisions for future features, enabling easy updates and scalability as organizational needs evolve, ensuring long-term sustainability of the ID management system.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47625"/>
              <a:ext cx="57531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FUTURE EXTENSIBILITY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7296150"/>
            <a:ext cx="7191375" cy="2324100"/>
            <a:chOff x="0" y="0"/>
            <a:chExt cx="9588500" cy="30988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41095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I contributed to </a:t>
              </a:r>
              <a:r>
                <a:rPr lang="en-US" b="true" sz="2100">
                  <a:solidFill>
                    <a:srgbClr val="E8EAF6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layout planning</a:t>
              </a: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, organizing components to create a logical workflow, which optimizes the user experience and simplifies navigation throughout the ID generation process.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LAYOUT PLANNING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96400" y="7296150"/>
            <a:ext cx="7191375" cy="2324100"/>
            <a:chOff x="0" y="0"/>
            <a:chExt cx="9588500" cy="309880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41095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I took charge of </a:t>
              </a:r>
              <a:r>
                <a:rPr lang="en-US" b="true" sz="2100">
                  <a:solidFill>
                    <a:srgbClr val="E8EAF6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database management</a:t>
              </a: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, implementing a structured approach to data organization that ensures efficient access and retrieval, supporting the software’s overall performance and reliability.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DATABASE MANAGEMENT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4248150"/>
            <a:ext cx="7191375" cy="2311400"/>
            <a:chOff x="0" y="0"/>
            <a:chExt cx="9588500" cy="308186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24162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I actively engaged in </a:t>
              </a:r>
              <a:r>
                <a:rPr lang="en-US" b="true" sz="2100">
                  <a:solidFill>
                    <a:srgbClr val="E8EAF6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product ideation</a:t>
              </a: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, brainstorming innovative features to improve user experience and functionality, ensuring the software aligns with the needs of ADH Enterprises.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PRODUCT IDEATION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4248150"/>
            <a:ext cx="7191375" cy="2327910"/>
            <a:chOff x="0" y="0"/>
            <a:chExt cx="9588500" cy="310388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46175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My role involved significant </a:t>
              </a:r>
              <a:r>
                <a:rPr lang="en-US" b="true" sz="2100">
                  <a:solidFill>
                    <a:srgbClr val="E8EAF6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front-end development</a:t>
              </a: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, crafting a user-friendly interface that enhances interaction and accessibility, ensuring the software is intuitive for all users.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FRONT-END DEVELOPMENT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733425"/>
            <a:ext cx="16954500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My Contribution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83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7296150"/>
            <a:ext cx="7191375" cy="2324100"/>
            <a:chOff x="0" y="0"/>
            <a:chExt cx="9588500" cy="30988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41095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Emphasis was placed on creating an intuitive user interface that allows ease of navigation for users, enhancing overall user experience and promoting efficient ID generation.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LAYOUT &amp; USER INTERFACE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96400" y="7296150"/>
            <a:ext cx="7191375" cy="2324100"/>
            <a:chOff x="0" y="0"/>
            <a:chExt cx="9588500" cy="309880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41095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The workflow was designed to streamline the process, enabling users to effortlessly generate IDs through a series of user-friendly steps, ultimately improving operational efficiency.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USER WORKFLOW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4248150"/>
            <a:ext cx="7191375" cy="2311400"/>
            <a:chOff x="0" y="0"/>
            <a:chExt cx="9588500" cy="308186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24162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The foundation of the project was to conceptualize a robust ID generation system aimed at enhancing efficiency and accuracy in ID management for ADH Enterprises.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PRODUCT IDEA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4248150"/>
            <a:ext cx="7191375" cy="2327910"/>
            <a:chOff x="0" y="0"/>
            <a:chExt cx="9588500" cy="310388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46175"/>
              <a:ext cx="9588500" cy="19577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A detailed project plan was developed, outlining the architecture and structure of the software, ensuring a clear roadmap for each development phase during the internship.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PLANNING &amp; STRUCTURE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733425"/>
            <a:ext cx="16954500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Product Workflow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2457450"/>
            <a:ext cx="7191375" cy="1612850"/>
            <a:chOff x="0" y="0"/>
            <a:chExt cx="9588500" cy="2150467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Initial brainstorming sessions focused on identifying user needs and project goals.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IDEATION PHASE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6750" y="5165675"/>
            <a:ext cx="7191375" cy="1612850"/>
            <a:chOff x="0" y="0"/>
            <a:chExt cx="9588500" cy="2150467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Wireframes and prototypes were created to visualize the user interface and experience.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LAYOUT DESIGN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7829550"/>
            <a:ext cx="7191375" cy="1612850"/>
            <a:chOff x="0" y="0"/>
            <a:chExt cx="9588500" cy="215046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Established a robust database structure to support data storage and retrieval processes.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DATABASE MANAGEMENT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2457450"/>
            <a:ext cx="7191375" cy="1612850"/>
            <a:chOff x="0" y="0"/>
            <a:chExt cx="9588500" cy="2150467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Structured timelines and resources were allocated to ensure efficient project management.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PLANNING STAGE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296400" y="5165675"/>
            <a:ext cx="7191375" cy="1612850"/>
            <a:chOff x="0" y="0"/>
            <a:chExt cx="9588500" cy="2150467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Implemented responsive designs using modern frameworks for optimal user interaction.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FRONT-END DEVELOPMENT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666750" y="733425"/>
            <a:ext cx="16954500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Development Process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283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2457450"/>
            <a:ext cx="7191375" cy="1612850"/>
            <a:chOff x="0" y="0"/>
            <a:chExt cx="9588500" cy="2150467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Developed a comprehensive understanding of product ideation and market needs assessment.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PRODUCT THINKING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66750" y="5165675"/>
            <a:ext cx="7191375" cy="1612850"/>
            <a:chOff x="0" y="0"/>
            <a:chExt cx="9588500" cy="2150467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Emphasized user experience design to enhance overall software accessibility and functionality.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USABILITY FOCUS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66750" y="7829550"/>
            <a:ext cx="7191375" cy="1612850"/>
            <a:chOff x="0" y="0"/>
            <a:chExt cx="9588500" cy="215046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Improved teamwork abilities through active participation in group projects and discussions.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COLLABORATIVE EFFORTS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2457450"/>
            <a:ext cx="7191375" cy="1612850"/>
            <a:chOff x="0" y="0"/>
            <a:chExt cx="9588500" cy="2150467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Gained experience in structuring projects for efficient execution and resource allocation.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PLANNING SKILLS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296400" y="5165675"/>
            <a:ext cx="7191375" cy="1612850"/>
            <a:chOff x="0" y="0"/>
            <a:chExt cx="9588500" cy="2150467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1183362"/>
              <a:ext cx="9588500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E8EAF6"/>
                  </a:solidFill>
                  <a:latin typeface="DM Sans"/>
                  <a:ea typeface="DM Sans"/>
                  <a:cs typeface="DM Sans"/>
                  <a:sym typeface="DM Sans"/>
                </a:rPr>
                <a:t>Acquired skills in organizing and maintaining databases for effective data handling.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47625"/>
              <a:ext cx="9588500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C5CAE9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DATABASE MANAGEMENT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666750" y="733425"/>
            <a:ext cx="16954500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Learning Outcomes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1613580"/>
            <a:ext cx="9144000" cy="6418491"/>
            <a:chOff x="0" y="0"/>
            <a:chExt cx="1170208" cy="82140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0208" cy="821409"/>
            </a:xfrm>
            <a:custGeom>
              <a:avLst/>
              <a:gdLst/>
              <a:ahLst/>
              <a:cxnLst/>
              <a:rect r="r" b="b" t="t" l="l"/>
              <a:pathLst>
                <a:path h="821409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821409"/>
                  </a:lnTo>
                  <a:lnTo>
                    <a:pt x="0" y="821409"/>
                  </a:lnTo>
                  <a:close/>
                </a:path>
              </a:pathLst>
            </a:custGeom>
            <a:blipFill>
              <a:blip r:embed="rId2"/>
              <a:stretch>
                <a:fillRect l="0" t="-402" r="0" b="-402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66750" y="2524125"/>
            <a:ext cx="8629650" cy="449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"Recognizing outstanding contributions and achievements"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66750" y="9181465"/>
            <a:ext cx="862965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</a:pPr>
            <a:r>
              <a:rPr lang="en-US" b="true" sz="2600">
                <a:solidFill>
                  <a:srgbClr val="C5CAE9"/>
                </a:solidFill>
                <a:latin typeface="DM Sans Bold"/>
                <a:ea typeface="DM Sans Bold"/>
                <a:cs typeface="DM Sans Bold"/>
                <a:sym typeface="DM Sans Bold"/>
              </a:rPr>
              <a:t>– ADH ENTERPRISES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66750" y="619125"/>
            <a:ext cx="862965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</a:pPr>
            <a:r>
              <a:rPr lang="en-US" sz="2600">
                <a:solidFill>
                  <a:srgbClr val="E8EAF6"/>
                </a:solidFill>
                <a:latin typeface="DM Sans"/>
                <a:ea typeface="DM Sans"/>
                <a:cs typeface="DM Sans"/>
                <a:sym typeface="DM Sans"/>
              </a:rPr>
              <a:t>Certificate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83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733425"/>
            <a:ext cx="5753100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296400" y="2409825"/>
            <a:ext cx="7191375" cy="1442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03"/>
              </a:lnSpc>
            </a:pPr>
            <a:r>
              <a:rPr lang="en-US" sz="2073">
                <a:solidFill>
                  <a:srgbClr val="E8EAF6"/>
                </a:solidFill>
                <a:latin typeface="DM Sans"/>
                <a:ea typeface="DM Sans"/>
                <a:cs typeface="DM Sans"/>
                <a:sym typeface="DM Sans"/>
              </a:rPr>
              <a:t>This internship has profoundly enhanced my </a:t>
            </a:r>
            <a:r>
              <a:rPr lang="en-US" b="true" sz="2073">
                <a:solidFill>
                  <a:srgbClr val="E8EAF6"/>
                </a:solidFill>
                <a:latin typeface="DM Sans Bold"/>
                <a:ea typeface="DM Sans Bold"/>
                <a:cs typeface="DM Sans Bold"/>
                <a:sym typeface="DM Sans Bold"/>
              </a:rPr>
              <a:t>practical skills</a:t>
            </a:r>
            <a:r>
              <a:rPr lang="en-US" sz="2073">
                <a:solidFill>
                  <a:srgbClr val="E8EAF6"/>
                </a:solidFill>
                <a:latin typeface="DM Sans"/>
                <a:ea typeface="DM Sans"/>
                <a:cs typeface="DM Sans"/>
                <a:sym typeface="DM Sans"/>
              </a:rPr>
              <a:t> in software development, particularly in project management, allowing me to grasp the importance of structured workflows.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296400" y="1514475"/>
            <a:ext cx="719137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</a:pPr>
            <a:r>
              <a:rPr lang="en-US" b="true" sz="2600">
                <a:solidFill>
                  <a:srgbClr val="C5CAE9"/>
                </a:solidFill>
                <a:latin typeface="DM Sans Bold"/>
                <a:ea typeface="DM Sans Bold"/>
                <a:cs typeface="DM Sans Bold"/>
                <a:sym typeface="DM Sans Bold"/>
              </a:rPr>
              <a:t>KEY TAKEAWAYS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296400" y="5095875"/>
            <a:ext cx="7191375" cy="1442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03"/>
              </a:lnSpc>
            </a:pPr>
            <a:r>
              <a:rPr lang="en-US" sz="2073">
                <a:solidFill>
                  <a:srgbClr val="E8EAF6"/>
                </a:solidFill>
                <a:latin typeface="DM Sans"/>
                <a:ea typeface="DM Sans"/>
                <a:cs typeface="DM Sans"/>
                <a:sym typeface="DM Sans"/>
              </a:rPr>
              <a:t>The experience gained positions me well for future challenges, fostering my ambition to innovate and contribute effectively to the tech industry in the field of ID management.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296400" y="4200525"/>
            <a:ext cx="719137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</a:pPr>
            <a:r>
              <a:rPr lang="en-US" b="true" sz="2600">
                <a:solidFill>
                  <a:srgbClr val="C5CAE9"/>
                </a:solidFill>
                <a:latin typeface="DM Sans Bold"/>
                <a:ea typeface="DM Sans Bold"/>
                <a:cs typeface="DM Sans Bold"/>
                <a:sym typeface="DM Sans Bold"/>
              </a:rPr>
              <a:t>FUTURE IMPACT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Internship Presentation</dc:description>
  <dc:identifier>DAHTyWHnnXA</dc:identifier>
  <dcterms:modified xsi:type="dcterms:W3CDTF">2011-08-01T06:04:30Z</dcterms:modified>
  <cp:revision>1</cp:revision>
  <dc:title>Presentation - Internship Presentation</dc:title>
</cp:coreProperties>
</file>